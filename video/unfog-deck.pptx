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4F46E5"/>
                </a:solidFill>
                <a:latin typeface="Segoe UI"/>
              </a:rPr>
              <a:t>BUNNIEX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2A273F"/>
                </a:solidFill>
                <a:latin typeface="Segoe UI"/>
              </a:rPr>
              <a:t>Unfog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>
                <a:solidFill>
                  <a:srgbClr val="6E6A83"/>
                </a:solidFill>
                <a:latin typeface="Segoe UI"/>
              </a:rPr>
              <a:t>Snap confusing paperwork → get plain words, real deadlines, and a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E6A83"/>
                </a:solidFill>
                <a:latin typeface="Segoe UI"/>
              </a:rPr>
              <a:t>Powered by Featherless AI · Qwen3-VL + Qwen2.5-72B
Live: unfog-oaye.onrender.com   ·   Code: github.com/Georgefifth/unfog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2A273F"/>
                </a:solidFill>
                <a:latin typeface="Segoe UI"/>
              </a:rPr>
              <a:t>Paperwork is written to confuse.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A273F"/>
                </a:solidFill>
                <a:latin typeface="Segoe UI"/>
              </a:rPr>
              <a:t>🧾  Medical bills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6E6A83"/>
                </a:solidFill>
                <a:latin typeface="Segoe UI"/>
              </a:rPr>
              <a:t>CPT codes, 'adjustments', insurance math nobody can verify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A273F"/>
                </a:solidFill>
                <a:latin typeface="Segoe UI"/>
              </a:rPr>
              <a:t>🅿️  Tickets &amp; fines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6E6A83"/>
                </a:solidFill>
                <a:latin typeface="Segoe UI"/>
              </a:rPr>
              <a:t>escalating penalties buried in legalese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A273F"/>
                </a:solidFill>
                <a:latin typeface="Segoe UI"/>
              </a:rPr>
              <a:t>🏠  Lease notices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6E6A83"/>
                </a:solidFill>
                <a:latin typeface="Segoe UI"/>
              </a:rPr>
              <a:t>auto-renewal traps, quiet fee changes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A273F"/>
                </a:solidFill>
                <a:latin typeface="Segoe UI"/>
              </a:rPr>
              <a:t>🛡️  Insurance denials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6E6A83"/>
                </a:solidFill>
                <a:latin typeface="Segoe UI"/>
              </a:rPr>
              <a:t>written to discourage appeals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A273F"/>
                </a:solidFill>
                <a:latin typeface="Segoe UI"/>
              </a:rPr>
              <a:t>🌍  And the burden is unequal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6E6A83"/>
                </a:solidFill>
                <a:latin typeface="Segoe UI"/>
              </a:rPr>
              <a:t>hardest for students, immigrants, the elderly — anyone reading in a second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2103120"/>
            <a:ext cx="4480560" cy="310896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2000" b="1">
                <a:solidFill>
                  <a:srgbClr val="2A273F"/>
                </a:solidFill>
                <a:latin typeface="Segoe UI"/>
              </a:rPr>
              <a:t>The cost isn't confusion.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A273F"/>
                </a:solidFill>
                <a:latin typeface="Segoe UI"/>
              </a:rPr>
              <a:t>It's missed deadlines. Overpaid fees. Appeals never filed. Money lost to fine print.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E6A83"/>
                </a:solidFill>
                <a:latin typeface="Segoe UI"/>
              </a:rPr>
              <a:t>github.com/Georgefifth/unfog · unfog-oaye.onrender.com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2A273F"/>
                </a:solidFill>
                <a:latin typeface="Segoe UI"/>
              </a:rPr>
              <a:t>Photo in → clarity and a plan out</a:t>
            </a:r>
          </a:p>
        </p:txBody>
      </p:sp>
      <p:pic>
        <p:nvPicPr>
          <p:cNvPr id="5" name="Picture 4" descr="02-result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881360" cy="7254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E6A83"/>
                </a:solidFill>
                <a:latin typeface="Segoe UI"/>
              </a:rPr>
              <a:t>github.com/Georgefifth/unfog · unfog-oaye.onrender.com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2A273F"/>
                </a:solidFill>
                <a:latin typeface="Segoe UI"/>
              </a:rPr>
              <a:t>Not a summarizer — a decoder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A273F"/>
                </a:solidFill>
                <a:latin typeface="Segoe UI"/>
              </a:rPr>
              <a:t>📖 Plain-language summary + ELI5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6E6A83"/>
                </a:solidFill>
                <a:latin typeface="Segoe UI"/>
              </a:rPr>
              <a:t>what it says, in words anyone understands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A273F"/>
                </a:solidFill>
                <a:latin typeface="Segoe UI"/>
              </a:rPr>
              <a:t>🎯 Grounded facts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6E6A83"/>
                </a:solidFill>
                <a:latin typeface="Segoe UI"/>
              </a:rPr>
              <a:t>hover a fact → see where it sits on the page (VL bounding boxes)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A273F"/>
                </a:solidFill>
                <a:latin typeface="Segoe UI"/>
              </a:rPr>
              <a:t>⏰ Deadlines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6E6A83"/>
                </a:solidFill>
                <a:latin typeface="Segoe UI"/>
              </a:rPr>
              <a:t>countdowns + one-tap calendar export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A273F"/>
                </a:solidFill>
                <a:latin typeface="Segoe UI"/>
              </a:rPr>
              <a:t>🛡️ Scam check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6E6A83"/>
                </a:solidFill>
                <a:latin typeface="Segoe UI"/>
              </a:rPr>
              <a:t>is this document even real? gift-card demands, arrest threats flagged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A273F"/>
                </a:solidFill>
                <a:latin typeface="Segoe UI"/>
              </a:rPr>
              <a:t>✅ Action checklist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6E6A83"/>
                </a:solidFill>
                <a:latin typeface="Segoe UI"/>
              </a:rPr>
              <a:t>every step has a 'how do I do this' button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A273F"/>
                </a:solidFill>
                <a:latin typeface="Segoe UI"/>
              </a:rPr>
              <a:t>✍️ Drafts that know your facts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6E6A83"/>
                </a:solidFill>
                <a:latin typeface="Segoe UI"/>
              </a:rPr>
              <a:t>dispute letters pre-filled with real account numbers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A273F"/>
                </a:solidFill>
                <a:latin typeface="Segoe UI"/>
              </a:rPr>
              <a:t>🎭 Call rehearsal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6E6A83"/>
                </a:solidFill>
                <a:latin typeface="Segoe UI"/>
              </a:rPr>
              <a:t>practice the scary phone call — by voice — vs an AI rep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A273F"/>
                </a:solidFill>
                <a:latin typeface="Segoe UI"/>
              </a:rPr>
              <a:t>💬 Grounded Q&amp;A + 🌍 12 languages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6E6A83"/>
                </a:solidFill>
                <a:latin typeface="Segoe UI"/>
              </a:rPr>
              <a:t>answers quote your document, not generic advice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E6A83"/>
                </a:solidFill>
                <a:latin typeface="Segoe UI"/>
              </a:rPr>
              <a:t>github.com/Georgefifth/unfog · unfog-oaye.onrender.com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2A273F"/>
                </a:solidFill>
                <a:latin typeface="Segoe UI"/>
              </a:rPr>
              <a:t>"Is this even real?"</a:t>
            </a:r>
          </a:p>
        </p:txBody>
      </p:sp>
      <p:pic>
        <p:nvPicPr>
          <p:cNvPr id="5" name="Picture 4" descr="07-scam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881360" cy="7254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E6A83"/>
                </a:solidFill>
                <a:latin typeface="Segoe UI"/>
              </a:rPr>
              <a:t>github.com/Georgefifth/unfog · unfog-oaye.onrender.com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2A273F"/>
                </a:solidFill>
                <a:latin typeface="Segoe UI"/>
              </a:rPr>
              <a:t>Featherless AI,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2057400" cy="1554480"/>
          </a:xfrm>
          <a:prstGeom prst="rect">
            <a:avLst/>
          </a:prstGeom>
          <a:solidFill>
            <a:srgbClr val="EF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/>
              <a:t>📷</a:t>
            </a:r>
          </a:p>
          <a:p>
            <a:pPr algn="ctr"/>
            <a:r>
              <a:rPr sz="1300">
                <a:solidFill>
                  <a:srgbClr val="2A273F"/>
                </a:solidFill>
                <a:latin typeface="Segoe UI"/>
              </a:rPr>
              <a:t>Photo / PDF /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103120"/>
            <a:ext cx="2057400" cy="1554480"/>
          </a:xfrm>
          <a:prstGeom prst="rect">
            <a:avLst/>
          </a:prstGeom>
          <a:solidFill>
            <a:srgbClr val="EF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/>
              <a:t>🖼️</a:t>
            </a:r>
          </a:p>
          <a:p>
            <a:pPr algn="ctr"/>
            <a:r>
              <a:rPr sz="1300">
                <a:solidFill>
                  <a:srgbClr val="2A273F"/>
                </a:solidFill>
                <a:latin typeface="Segoe UI"/>
              </a:rPr>
              <a:t>Pillow + PyMuPDF
preprocess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2103120"/>
            <a:ext cx="2057400" cy="1554480"/>
          </a:xfrm>
          <a:prstGeom prst="rect">
            <a:avLst/>
          </a:prstGeom>
          <a:solidFill>
            <a:srgbClr val="EF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/>
              <a:t>👁️</a:t>
            </a:r>
          </a:p>
          <a:p>
            <a:pPr algn="ctr"/>
            <a:r>
              <a:rPr sz="1300">
                <a:solidFill>
                  <a:srgbClr val="2A273F"/>
                </a:solidFill>
                <a:latin typeface="Segoe UI"/>
              </a:rPr>
              <a:t>Qwen3-VL-30B
vision → JSON + bbox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0" y="2103120"/>
            <a:ext cx="2057400" cy="1554480"/>
          </a:xfrm>
          <a:prstGeom prst="rect">
            <a:avLst/>
          </a:prstGeom>
          <a:solidFill>
            <a:srgbClr val="EF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/>
              <a:t>✍️</a:t>
            </a:r>
          </a:p>
          <a:p>
            <a:pPr algn="ctr"/>
            <a:r>
              <a:rPr sz="1300">
                <a:solidFill>
                  <a:srgbClr val="2A273F"/>
                </a:solidFill>
                <a:latin typeface="Segoe UI"/>
              </a:rPr>
              <a:t>Qwen2.5-72B
drafts · chat · roleplay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103120"/>
            <a:ext cx="2057400" cy="1554480"/>
          </a:xfrm>
          <a:prstGeom prst="rect">
            <a:avLst/>
          </a:prstGeom>
          <a:solidFill>
            <a:srgbClr val="EF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/>
              <a:t>📱</a:t>
            </a:r>
          </a:p>
          <a:p>
            <a:pPr algn="ctr"/>
            <a:r>
              <a:rPr sz="1300">
                <a:solidFill>
                  <a:srgbClr val="2A273F"/>
                </a:solidFill>
                <a:latin typeface="Segoe UI"/>
              </a:rPr>
              <a:t>Vanilla JS UI
SSE 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A273F"/>
                </a:solidFill>
                <a:latin typeface="Segoe UI"/>
              </a:rPr>
              <a:t>Resilience: multi-model fallback chain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6E6A83"/>
                </a:solidFill>
                <a:latin typeface="Segoe UI"/>
              </a:rPr>
              <a:t>gated models, capacity exhaustion, and '!'-token floods rerouted mid-flight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A273F"/>
                </a:solidFill>
                <a:latin typeface="Segoe UI"/>
              </a:rPr>
              <a:t>Streaming everything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6E6A83"/>
                </a:solidFill>
                <a:latin typeface="Segoe UI"/>
              </a:rPr>
              <a:t>SSE token streaming + elapsed timers make 25s cold starts feel instant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A273F"/>
                </a:solidFill>
                <a:latin typeface="Segoe UI"/>
              </a:rPr>
              <a:t>Privacy by default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6E6A83"/>
                </a:solidFill>
                <a:latin typeface="Segoe UI"/>
              </a:rPr>
              <a:t>no server storage — history lives in the browser's localStorage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E6A83"/>
                </a:solidFill>
                <a:latin typeface="Segoe UI"/>
              </a:rPr>
              <a:t>github.com/Georgefifth/unfog · unfog-oaye.onrender.com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CHALLENGES →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2A273F"/>
                </a:solidFill>
                <a:latin typeface="Segoe UI"/>
              </a:rPr>
              <a:t>Open models need babysitting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760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B91C1C"/>
                </a:solidFill>
                <a:latin typeface="Segoe UI"/>
              </a:rPr>
              <a:t>✗ Pure '!'-token floods from upstream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9202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A273F"/>
                </a:solidFill>
                <a:latin typeface="Segoe UI"/>
              </a:rPr>
              <a:t>→ detect + reroute to next model mid-stream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5760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B91C1C"/>
                </a:solidFill>
                <a:latin typeface="Segoe UI"/>
              </a:rPr>
              <a:t>✗ Llama weights gated, VL capacity exhausted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69748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A273F"/>
                </a:solidFill>
                <a:latin typeface="Segoe UI"/>
              </a:rPr>
              <a:t>→ fallback chain: Qwen2.5-72B → Qwen3-32B → Mistral-Small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5760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B91C1C"/>
                </a:solidFill>
                <a:latin typeface="Segoe UI"/>
              </a:rPr>
              <a:t>✗ Models wrap JSON in chatter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47472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A273F"/>
                </a:solidFill>
                <a:latin typeface="Segoe UI"/>
              </a:rPr>
              <a:t>→ defensive extraction + retry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5760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B91C1C"/>
                </a:solidFill>
                <a:latin typeface="Segoe UI"/>
              </a:rPr>
              <a:t>✗ Blocking HTTP froze the event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2519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A273F"/>
                </a:solidFill>
                <a:latin typeface="Segoe UI"/>
              </a:rPr>
              <a:t>→ inference moved to threadpool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5760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B91C1C"/>
                </a:solidFill>
                <a:latin typeface="Segoe UI"/>
              </a:rPr>
              <a:t>✗ 25s+ cold starts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02920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A273F"/>
                </a:solidFill>
                <a:latin typeface="Segoe UI"/>
              </a:rPr>
              <a:t>→ SSE streaming, elapsed timers, honest placeholders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E6A83"/>
                </a:solidFill>
                <a:latin typeface="Segoe UI"/>
              </a:rPr>
              <a:t>github.com/Georgefifth/unfog · unfog-oaye.onrender.com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2A273F"/>
                </a:solidFill>
                <a:latin typeface="Segoe UI"/>
              </a:rPr>
              <a:t>Nobody should lose money to fine print.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2A273F"/>
                </a:solidFill>
                <a:latin typeface="Segoe UI"/>
              </a:rPr>
              <a:t>▶  Live demo: unfog-oaye.onrender.com
📦  Code: github.com/Georgefifth/unfog
🎬  Video: demo.mp4 (narrated, 56s)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E6A83"/>
                </a:solidFill>
                <a:latin typeface="Segoe UI"/>
              </a:rPr>
              <a:t>Next: verified-org lookup · document diffing · deadline push alerts · PWA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